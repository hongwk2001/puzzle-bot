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9" autoAdjust="0"/>
    <p:restoredTop sz="94660"/>
  </p:normalViewPr>
  <p:slideViewPr>
    <p:cSldViewPr snapToGrid="0">
      <p:cViewPr varScale="1">
        <p:scale>
          <a:sx n="53" d="100"/>
          <a:sy n="53" d="100"/>
        </p:scale>
        <p:origin x="4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40BA-D485-7E21-C5DC-28FCCFC89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B9158B-324E-11C1-3487-842547A10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1CF4F-E264-EE53-D067-8C2FB9BF6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F2D01-AE85-74D8-2F33-3F78DA0CB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2C66E-7689-8D5E-F6A7-32A799BBE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64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8EA6-6B7E-9F60-A7D2-5F5C01FF7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EDB4A-E7D8-7E80-AAD5-BDEE1CE27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7F335-1643-1538-D678-D4CB9209B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3AFC9-3234-4690-8B96-CE642FA9F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A5FDD-5C18-707F-D15A-71350B28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43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3BA58-DFF1-C939-B6CE-430F42D1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3FC68-604A-BF00-5E90-54704CF42B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3C5E7-1168-0B65-56C5-F5164A0E0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E8B60-A95D-07D1-764D-F54070A4D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CF82D-E8ED-DE22-6836-1DA138C73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19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DC86-BEE6-38CA-D933-E26F2BC1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B5D35-433F-FF59-1D6A-E2922DFAC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A4B31-B48A-60B5-84CB-B2D96A7E2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B479DE-EBD9-616F-599F-5C6724963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1DC65-AA1A-5080-CAED-062E99016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834E18-C369-8F29-9AC3-5CA842004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20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84FC-7068-8805-8FA6-F26803E42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5FA5F-908F-AEB5-775A-C252EC4E3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62E9D-DEA6-700E-97C0-BE5880D93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BB3EC4-AB8F-C303-6F72-F4BAFDDC4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D9ECB-1513-8FC6-6EF0-CB831ED5D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67AD0D-F783-8419-07BA-ED05CC795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353CE2-129D-8590-A7F0-ABF3E8F32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630BB5-4453-12AB-0075-AB8380C25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562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E2A62-4803-787D-CA0A-06DB90ABD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F3595A-732F-B8A3-A3A8-D0457DE9F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A61CD-9FCA-8F87-3D56-7BCF19A90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01F0FB-81B3-472A-8D9B-BC42356E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38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AF455-E151-A18B-6AEE-1F9D99557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DCC80-50F6-F168-17B7-6840DDF69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0994D-0E57-F6EA-714E-642C88BD7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98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9E62F-28A2-910F-74A3-A35699BE0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4CBDA2-4BAE-6406-584F-DFF2AB550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9D9CEF-5B8A-1CD6-6A87-9A59511E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E200B-D0FF-8200-A92A-48993AC2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47757-1EE4-B2F6-75E0-E87C98C48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A519F-703D-0BE3-24FC-784E03864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047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B05B3-E3BF-6C84-9651-EF644274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74BBDB-CBBB-38C3-12F2-A5D8BDEDD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68D35-0997-BF63-30E1-44B68AF02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B2B0EC-76A3-7188-9A97-990CBA9E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D3D63-1FE3-AE2D-B1FC-D242C7ABB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30419-8118-CC03-DDC1-EB4648DA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28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3BF1-7687-70F7-D5B3-BBD26345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99853-C153-7A07-FA23-16EFA3F40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08F2A-7402-1A1D-5E9E-24E0DAEB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E6848-A4EC-5891-CB10-0F43FBCFF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A755B-22D6-F79C-7834-78EEE056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6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F4A808-626C-102C-FAB9-BCA3276BD9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6876F-F380-E0A6-E0DC-3455AF47D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50FB1-40DD-D4EF-E3B1-E14185E61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40712-0B1D-8170-3683-3723D516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7D2EB-F707-2DD6-F167-54963CBC5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91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314469-CD2F-1127-EB2F-A35407F5C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BAA94-A1BC-2CF2-56AB-4410D4827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B1E43-A102-3F6B-BE35-B715F22973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8E2460-4642-4601-B0AD-1AF08C06FCF1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548BE-F36D-0C10-AD86-35FEB7F67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6255F-43F3-FA31-4F0D-DC6C6AF514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C1FBB-D3D5-432E-98B1-6E9515A19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73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412CFF-B0F0-A3A6-3A96-8061BCFF7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847403">
            <a:off x="753004" y="892479"/>
            <a:ext cx="3334215" cy="2915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8DD821-446A-AE57-2B93-973D70859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15163">
            <a:off x="2770508" y="155221"/>
            <a:ext cx="3694565" cy="396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210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8A9691-4E91-9736-193F-F6391E121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9412" y="120766"/>
            <a:ext cx="4534533" cy="6239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1B10AD-2496-249A-C16B-29E6A3802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55631">
            <a:off x="2038020" y="1362403"/>
            <a:ext cx="4115374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30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3988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Billy Wookyoung Hong</dc:creator>
  <cp:lastModifiedBy>Billy Wookyoung Hong</cp:lastModifiedBy>
  <cp:revision>1</cp:revision>
  <dcterms:created xsi:type="dcterms:W3CDTF">2025-10-11T18:34:17Z</dcterms:created>
  <dcterms:modified xsi:type="dcterms:W3CDTF">2025-10-14T13:02:22Z</dcterms:modified>
</cp:coreProperties>
</file>